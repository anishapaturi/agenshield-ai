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77" r:id="rId3"/>
    <p:sldId id="258" r:id="rId4"/>
    <p:sldId id="267" r:id="rId5"/>
    <p:sldId id="259" r:id="rId6"/>
    <p:sldId id="260" r:id="rId7"/>
    <p:sldId id="261" r:id="rId8"/>
    <p:sldId id="272" r:id="rId9"/>
    <p:sldId id="264" r:id="rId10"/>
    <p:sldId id="265" r:id="rId11"/>
    <p:sldId id="274" r:id="rId12"/>
    <p:sldId id="26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AFC6C-A26A-44D3-A05C-91B2DA6A21DD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F762-C836-435F-BDEA-927BFA9C0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15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9F762-C836-435F-BDEA-927BFA9C0A8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899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D315-1030-2B80-D0DB-7DEEC51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340B-0DDE-10DC-409E-BA063EBE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A8D4-3527-9309-0A5E-0475A385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2761-D1A7-DE4C-7344-6C081C8E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F2B-4F0D-DBBF-0776-26DB5020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2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A110-943C-23F5-1EB3-12DABC3B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FC8E-FF6E-CAA4-BF99-DDC6A7CE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3755-E77B-2AD8-9864-3CCCD43D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0D81-0C2A-C1D4-89B6-8AE90F95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70B-01DE-CE63-36D5-96A9D825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4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0AC2-F784-0AF0-F3ED-DBCD1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71C8-4BB8-81BF-3E48-A331E363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6BC-0E70-2E48-7097-0DFE7C08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47D9-7A7D-1CD5-72A5-F76FBD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91CC-B299-657A-2C84-A5F2F888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F06C-0D22-B95A-3B46-31C419CC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E89-D75F-3A4E-A217-F46B0DA8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0F7D-6F60-6DB0-0E74-8FEE6CE0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2328-69C6-F435-4813-270551D6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F8F5-C5C9-48DC-1308-5E0A2373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4BD1-9CE1-C3C2-B124-AE134159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3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B79-7BBE-B26E-CD11-6E073F01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82D61-2728-EA99-834D-7D09F97D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F1A8-9E4B-1F46-6A76-FE7DBEDDB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FC5FE-7EE0-3067-D9E3-E1B7ACBE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1A719-3264-25D2-762F-27B02CA5E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78265-E976-C256-95D8-A8912C72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6777-CC57-C820-BF8C-8D0CF23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80B76-8FA3-06A7-902F-E352C63C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0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DFE-68BE-C53D-F11D-3E85BE70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0FBA4-BC6C-DAE9-B28F-131F14F4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C68B9-31A8-4792-F49D-2952126B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716E-C2BA-F748-85E9-7F031195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9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5A6AF-4CC8-54AC-FA16-AEBA470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6884A-7660-6A22-843A-FB82205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5E15-4ACF-A3B3-FBFE-4D73E8C1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2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FCA-286F-443B-15DC-CADE0C67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B1CB-9637-A0B8-1EFC-6E5BAA21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3AB0-8AC3-63AC-1867-1D3D46D4C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CEAB7-F5DA-BFC5-0365-4BAA0BDA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23004-B909-75B9-5143-716F19EB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6B2E9-27EC-85B8-C336-7F459E3F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5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E309-44E4-B050-60D6-980FBE7A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8B82-D5EF-6449-0E46-6018B42D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D7B3C-D6F6-9D71-843F-F55A4910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F7285-2883-A37B-1978-0DD70F5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BE42-D47A-22EE-D00F-DD65496D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BA2B4-747B-B0E4-0325-9ECD9E4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300C-8D5E-D5B2-0D9C-8B274A85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F644-E307-4898-579B-2F5C0191A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926B-92DB-5030-6C8D-3414FB8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F0-C556-9493-9C42-3D2CFC4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D93-20CC-08BA-CC36-537C3CBB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3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B8D19-A675-BB65-B565-649B72C34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7A4D-9F97-4C16-820B-FB05610C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3344-B033-4A65-2E60-A222E42C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7110-36C5-4A97-F84F-1B07FCA2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5307-4E04-5972-AF84-0BCBF9A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4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72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92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055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80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438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81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723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2A23B-DBCE-C62C-1265-F31E2A5A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9A17-E8A7-6E20-0EA8-D838BF9B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BCC5-47DA-7507-8175-520644C0A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DAB4-64D8-47E1-86DF-DDDBF407C8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B08C-E7C0-E7FA-87A6-2B08C5BC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13AB-30A1-72C4-9F44-AB53ADE8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7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1025052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67793" y="3429000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0000"/>
          </a:bodyPr>
          <a:lstStyle/>
          <a:p>
            <a:pPr>
              <a:buSzPct val="96609"/>
            </a:pPr>
            <a:r>
              <a:rPr lang="en-IN" b="1" dirty="0"/>
              <a:t>AgentShield AI</a:t>
            </a:r>
            <a:br>
              <a:rPr lang="en-IN" b="1" dirty="0"/>
            </a:br>
            <a:r>
              <a:rPr lang="en-IN" sz="2700" b="1" dirty="0"/>
              <a:t>Autonomous Multi-Agent Framework for Multi-Cloud Infrastructure-as-Code Security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Vishal Reddy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883013" y="5218391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members: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Anisha Paturi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 Parinamika Bhanu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 Venkata Vahini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Sravani Janak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endParaRPr kumimoji="0" lang="en-US" sz="468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9ECFF-E45B-120B-3714-B26DB167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05F5D-16E0-B51A-36DF-1F70DC82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8CF55-0332-6239-82A6-C536132F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2A616-5B1B-7383-3ACF-13BC91AD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952E64-C180-964D-C59D-E4578FC5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04" y="1405890"/>
            <a:ext cx="4036916" cy="545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09AAA-D995-31DD-EA6E-1D3E87BF6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AEEDE-7E2C-5082-2891-81BC8B2F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87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4FFCC9-F685-A094-D845-9AE916029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1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15FD-AFD5-8870-8303-700E2BF3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85CCB-F7E9-2FDB-1511-AE5ABE7D0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25086-2B05-92C8-A7E4-C7A2566C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22DC4-6F2A-9A04-F051-9D45C1B8B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6D39-2A95-FE5F-223D-6C54A766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129240-43F1-29AD-18BE-AAAD449E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9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3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DB39FC-1964-525A-579B-0C2E3242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0999-734F-977F-BBBF-0A9C5F90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67C6054-C38D-D6FB-C978-5A29416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167"/>
          <a:stretch>
            <a:fillRect/>
          </a:stretch>
        </p:blipFill>
        <p:spPr>
          <a:xfrm>
            <a:off x="1051560" y="0"/>
            <a:ext cx="10088880" cy="674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82EF1C-BF86-316F-7F71-FEEBEBC6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79"/>
          <a:stretch>
            <a:fillRect/>
          </a:stretch>
        </p:blipFill>
        <p:spPr>
          <a:xfrm>
            <a:off x="-91440" y="5840730"/>
            <a:ext cx="724001" cy="1108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A18C12-960C-35E4-0B98-61F6D2BE8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0"/>
            <a:ext cx="1293627" cy="4001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9FA7B-1168-E78C-5FFC-C5C5619C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34"/>
          <a:stretch>
            <a:fillRect/>
          </a:stretch>
        </p:blipFill>
        <p:spPr>
          <a:xfrm>
            <a:off x="1051560" y="674370"/>
            <a:ext cx="10088880" cy="618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0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34</Words>
  <Application>Microsoft Office PowerPoint</Application>
  <PresentationFormat>Widescreen</PresentationFormat>
  <Paragraphs>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1_Office Theme</vt:lpstr>
      <vt:lpstr>AgentShield AI Autonomous Multi-Agent Framework for Multi-Cloud Infrastructure-as-Code Security Under the Guidance of  Dr. Vishal Reddy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kirankumar99511@outlook.com</dc:creator>
  <cp:lastModifiedBy>Anisha Paturi</cp:lastModifiedBy>
  <cp:revision>3</cp:revision>
  <dcterms:created xsi:type="dcterms:W3CDTF">2026-07-23T09:24:57Z</dcterms:created>
  <dcterms:modified xsi:type="dcterms:W3CDTF">2026-08-02T15:54:22Z</dcterms:modified>
</cp:coreProperties>
</file>