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77" r:id="rId3"/>
    <p:sldId id="258" r:id="rId4"/>
    <p:sldId id="259" r:id="rId5"/>
    <p:sldId id="260" r:id="rId6"/>
    <p:sldId id="272" r:id="rId7"/>
    <p:sldId id="264" r:id="rId8"/>
    <p:sldId id="265" r:id="rId9"/>
    <p:sldId id="263" r:id="rId10"/>
    <p:sldId id="278" r:id="rId11"/>
    <p:sldId id="280" r:id="rId12"/>
    <p:sldId id="282" r:id="rId13"/>
    <p:sldId id="287" r:id="rId14"/>
    <p:sldId id="288" r:id="rId15"/>
    <p:sldId id="2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A7E439-97A0-4FBC-982B-AB65B6AA851C}" v="3" dt="2026-10-04T00:36:24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ha Paturi" userId="9da6e8455f25c861" providerId="LiveId" clId="{4EFEFFCE-BEDB-477B-9909-596DF01F7779}"/>
    <pc:docChg chg="undo custSel addSld delSld modSld sldOrd">
      <pc:chgData name="Anisha Paturi" userId="9da6e8455f25c861" providerId="LiveId" clId="{4EFEFFCE-BEDB-477B-9909-596DF01F7779}" dt="2026-10-04T08:04:09.960" v="103" actId="2696"/>
      <pc:docMkLst>
        <pc:docMk/>
      </pc:docMkLst>
      <pc:sldChg chg="del">
        <pc:chgData name="Anisha Paturi" userId="9da6e8455f25c861" providerId="LiveId" clId="{4EFEFFCE-BEDB-477B-9909-596DF01F7779}" dt="2026-10-04T00:28:35.409" v="65" actId="47"/>
        <pc:sldMkLst>
          <pc:docMk/>
          <pc:sldMk cId="1428212990" sldId="261"/>
        </pc:sldMkLst>
      </pc:sldChg>
      <pc:sldChg chg="del">
        <pc:chgData name="Anisha Paturi" userId="9da6e8455f25c861" providerId="LiveId" clId="{4EFEFFCE-BEDB-477B-9909-596DF01F7779}" dt="2026-10-04T00:28:19.963" v="64" actId="47"/>
        <pc:sldMkLst>
          <pc:docMk/>
          <pc:sldMk cId="631771371" sldId="267"/>
        </pc:sldMkLst>
      </pc:sldChg>
      <pc:sldChg chg="del">
        <pc:chgData name="Anisha Paturi" userId="9da6e8455f25c861" providerId="LiveId" clId="{4EFEFFCE-BEDB-477B-9909-596DF01F7779}" dt="2026-10-04T00:29:02.799" v="67" actId="47"/>
        <pc:sldMkLst>
          <pc:docMk/>
          <pc:sldMk cId="2298409221" sldId="270"/>
        </pc:sldMkLst>
      </pc:sldChg>
      <pc:sldChg chg="del">
        <pc:chgData name="Anisha Paturi" userId="9da6e8455f25c861" providerId="LiveId" clId="{4EFEFFCE-BEDB-477B-9909-596DF01F7779}" dt="2026-10-04T00:28:51.403" v="66" actId="47"/>
        <pc:sldMkLst>
          <pc:docMk/>
          <pc:sldMk cId="1060233114" sldId="274"/>
        </pc:sldMkLst>
      </pc:sldChg>
      <pc:sldChg chg="addSp delSp modSp new mod ord">
        <pc:chgData name="Anisha Paturi" userId="9da6e8455f25c861" providerId="LiveId" clId="{4EFEFFCE-BEDB-477B-9909-596DF01F7779}" dt="2026-10-04T02:01:16.535" v="102"/>
        <pc:sldMkLst>
          <pc:docMk/>
          <pc:sldMk cId="633992672" sldId="278"/>
        </pc:sldMkLst>
        <pc:picChg chg="add">
          <ac:chgData name="Anisha Paturi" userId="9da6e8455f25c861" providerId="LiveId" clId="{4EFEFFCE-BEDB-477B-9909-596DF01F7779}" dt="2026-09-20T03:04:29.314" v="38" actId="22"/>
          <ac:picMkLst>
            <pc:docMk/>
            <pc:sldMk cId="633992672" sldId="278"/>
            <ac:picMk id="4" creationId="{8D883F71-D7AD-7DD8-720A-148639D974B0}"/>
          </ac:picMkLst>
        </pc:picChg>
      </pc:sldChg>
      <pc:sldChg chg="addSp delSp new del mod">
        <pc:chgData name="Anisha Paturi" userId="9da6e8455f25c861" providerId="LiveId" clId="{4EFEFFCE-BEDB-477B-9909-596DF01F7779}" dt="2026-10-04T00:34:05.075" v="71" actId="47"/>
        <pc:sldMkLst>
          <pc:docMk/>
          <pc:sldMk cId="2164503325" sldId="279"/>
        </pc:sldMkLst>
      </pc:sldChg>
      <pc:sldChg chg="addSp delSp new mod">
        <pc:chgData name="Anisha Paturi" userId="9da6e8455f25c861" providerId="LiveId" clId="{4EFEFFCE-BEDB-477B-9909-596DF01F7779}" dt="2026-09-20T03:07:54.894" v="42" actId="22"/>
        <pc:sldMkLst>
          <pc:docMk/>
          <pc:sldMk cId="184196801" sldId="280"/>
        </pc:sldMkLst>
        <pc:picChg chg="add">
          <ac:chgData name="Anisha Paturi" userId="9da6e8455f25c861" providerId="LiveId" clId="{4EFEFFCE-BEDB-477B-9909-596DF01F7779}" dt="2026-09-20T03:07:54.894" v="42" actId="22"/>
          <ac:picMkLst>
            <pc:docMk/>
            <pc:sldMk cId="184196801" sldId="280"/>
            <ac:picMk id="3" creationId="{F26A2DBD-654B-C3FD-6D48-2234978B5DEE}"/>
          </ac:picMkLst>
        </pc:picChg>
      </pc:sldChg>
      <pc:sldChg chg="addSp delSp new del mod">
        <pc:chgData name="Anisha Paturi" userId="9da6e8455f25c861" providerId="LiveId" clId="{4EFEFFCE-BEDB-477B-9909-596DF01F7779}" dt="2026-10-04T08:04:09.960" v="103" actId="2696"/>
        <pc:sldMkLst>
          <pc:docMk/>
          <pc:sldMk cId="2985363535" sldId="281"/>
        </pc:sldMkLst>
      </pc:sldChg>
      <pc:sldChg chg="addSp delSp modSp new mod">
        <pc:chgData name="Anisha Paturi" userId="9da6e8455f25c861" providerId="LiveId" clId="{4EFEFFCE-BEDB-477B-9909-596DF01F7779}" dt="2026-10-04T00:36:56.383" v="93" actId="1076"/>
        <pc:sldMkLst>
          <pc:docMk/>
          <pc:sldMk cId="3301147395" sldId="282"/>
        </pc:sldMkLst>
        <pc:picChg chg="add mod">
          <ac:chgData name="Anisha Paturi" userId="9da6e8455f25c861" providerId="LiveId" clId="{4EFEFFCE-BEDB-477B-9909-596DF01F7779}" dt="2026-10-04T00:36:56.383" v="93" actId="1076"/>
          <ac:picMkLst>
            <pc:docMk/>
            <pc:sldMk cId="3301147395" sldId="282"/>
            <ac:picMk id="3" creationId="{94B23B9A-C705-5A69-9CB5-2F88B26A67FF}"/>
          </ac:picMkLst>
        </pc:picChg>
      </pc:sldChg>
      <pc:sldChg chg="addSp delSp new del mod">
        <pc:chgData name="Anisha Paturi" userId="9da6e8455f25c861" providerId="LiveId" clId="{4EFEFFCE-BEDB-477B-9909-596DF01F7779}" dt="2026-10-04T00:30:22.097" v="69" actId="47"/>
        <pc:sldMkLst>
          <pc:docMk/>
          <pc:sldMk cId="1189639601" sldId="283"/>
        </pc:sldMkLst>
      </pc:sldChg>
      <pc:sldChg chg="addSp delSp new del mod">
        <pc:chgData name="Anisha Paturi" userId="9da6e8455f25c861" providerId="LiveId" clId="{4EFEFFCE-BEDB-477B-9909-596DF01F7779}" dt="2026-10-04T00:30:18.353" v="68" actId="47"/>
        <pc:sldMkLst>
          <pc:docMk/>
          <pc:sldMk cId="3492110199" sldId="284"/>
        </pc:sldMkLst>
      </pc:sldChg>
      <pc:sldChg chg="addSp delSp new add del mod">
        <pc:chgData name="Anisha Paturi" userId="9da6e8455f25c861" providerId="LiveId" clId="{4EFEFFCE-BEDB-477B-9909-596DF01F7779}" dt="2026-10-04T00:33:54.548" v="70" actId="47"/>
        <pc:sldMkLst>
          <pc:docMk/>
          <pc:sldMk cId="3867658165" sldId="285"/>
        </pc:sldMkLst>
      </pc:sldChg>
      <pc:sldChg chg="addSp delSp modSp new mod setBg">
        <pc:chgData name="Anisha Paturi" userId="9da6e8455f25c861" providerId="LiveId" clId="{4EFEFFCE-BEDB-477B-9909-596DF01F7779}" dt="2026-09-19T15:34:35.538" v="32" actId="26606"/>
        <pc:sldMkLst>
          <pc:docMk/>
          <pc:sldMk cId="3585063005" sldId="286"/>
        </pc:sldMkLst>
        <pc:spChg chg="add">
          <ac:chgData name="Anisha Paturi" userId="9da6e8455f25c861" providerId="LiveId" clId="{4EFEFFCE-BEDB-477B-9909-596DF01F7779}" dt="2026-09-19T15:34:35.538" v="32" actId="26606"/>
          <ac:spMkLst>
            <pc:docMk/>
            <pc:sldMk cId="3585063005" sldId="286"/>
            <ac:spMk id="13" creationId="{42A4FC2C-047E-45A5-965D-8E1E3BF09BC6}"/>
          </ac:spMkLst>
        </pc:spChg>
        <pc:picChg chg="add mod">
          <ac:chgData name="Anisha Paturi" userId="9da6e8455f25c861" providerId="LiveId" clId="{4EFEFFCE-BEDB-477B-9909-596DF01F7779}" dt="2026-09-19T15:34:35.538" v="32" actId="26606"/>
          <ac:picMkLst>
            <pc:docMk/>
            <pc:sldMk cId="3585063005" sldId="286"/>
            <ac:picMk id="8" creationId="{E73A97FB-EEC9-E0B7-2932-551035E6C3CC}"/>
          </ac:picMkLst>
        </pc:picChg>
      </pc:sldChg>
      <pc:sldChg chg="addSp delSp modSp new mod setBg">
        <pc:chgData name="Anisha Paturi" userId="9da6e8455f25c861" providerId="LiveId" clId="{4EFEFFCE-BEDB-477B-9909-596DF01F7779}" dt="2026-10-04T00:37:02.181" v="95" actId="14100"/>
        <pc:sldMkLst>
          <pc:docMk/>
          <pc:sldMk cId="1344957578" sldId="287"/>
        </pc:sldMkLst>
        <pc:spChg chg="del">
          <ac:chgData name="Anisha Paturi" userId="9da6e8455f25c861" providerId="LiveId" clId="{4EFEFFCE-BEDB-477B-9909-596DF01F7779}" dt="2026-10-04T00:34:26.733" v="80" actId="478"/>
          <ac:spMkLst>
            <pc:docMk/>
            <pc:sldMk cId="1344957578" sldId="287"/>
            <ac:spMk id="2" creationId="{FF6C9A59-4D8C-6415-E208-88D72582E912}"/>
          </ac:spMkLst>
        </pc:spChg>
        <pc:spChg chg="del">
          <ac:chgData name="Anisha Paturi" userId="9da6e8455f25c861" providerId="LiveId" clId="{4EFEFFCE-BEDB-477B-9909-596DF01F7779}" dt="2026-10-04T00:34:20.965" v="79" actId="478"/>
          <ac:spMkLst>
            <pc:docMk/>
            <pc:sldMk cId="1344957578" sldId="287"/>
            <ac:spMk id="3" creationId="{713E5F8A-E1C8-E5BD-529B-0319F4556A76}"/>
          </ac:spMkLst>
        </pc:spChg>
        <pc:spChg chg="del">
          <ac:chgData name="Anisha Paturi" userId="9da6e8455f25c861" providerId="LiveId" clId="{4EFEFFCE-BEDB-477B-9909-596DF01F7779}" dt="2026-10-04T00:34:20.965" v="79" actId="478"/>
          <ac:spMkLst>
            <pc:docMk/>
            <pc:sldMk cId="1344957578" sldId="287"/>
            <ac:spMk id="4" creationId="{4949E721-3455-C1DA-F59C-3ADF653574FC}"/>
          </ac:spMkLst>
        </pc:spChg>
        <pc:spChg chg="del">
          <ac:chgData name="Anisha Paturi" userId="9da6e8455f25c861" providerId="LiveId" clId="{4EFEFFCE-BEDB-477B-9909-596DF01F7779}" dt="2026-10-04T00:34:20.965" v="79" actId="478"/>
          <ac:spMkLst>
            <pc:docMk/>
            <pc:sldMk cId="1344957578" sldId="287"/>
            <ac:spMk id="5" creationId="{4C0BCBB4-22F6-FA25-D86F-B567943AC70B}"/>
          </ac:spMkLst>
        </pc:spChg>
        <pc:spChg chg="del">
          <ac:chgData name="Anisha Paturi" userId="9da6e8455f25c861" providerId="LiveId" clId="{4EFEFFCE-BEDB-477B-9909-596DF01F7779}" dt="2026-10-04T00:34:20.965" v="79" actId="478"/>
          <ac:spMkLst>
            <pc:docMk/>
            <pc:sldMk cId="1344957578" sldId="287"/>
            <ac:spMk id="6" creationId="{EAD66743-B865-7079-9127-65A98D06995A}"/>
          </ac:spMkLst>
        </pc:spChg>
        <pc:spChg chg="add del mod">
          <ac:chgData name="Anisha Paturi" userId="9da6e8455f25c861" providerId="LiveId" clId="{4EFEFFCE-BEDB-477B-9909-596DF01F7779}" dt="2026-10-04T00:34:17.022" v="75"/>
          <ac:spMkLst>
            <pc:docMk/>
            <pc:sldMk cId="1344957578" sldId="287"/>
            <ac:spMk id="7" creationId="{77424C2B-0174-FF22-2E2E-22D1813F4773}"/>
          </ac:spMkLst>
        </pc:spChg>
        <pc:spChg chg="add del mod">
          <ac:chgData name="Anisha Paturi" userId="9da6e8455f25c861" providerId="LiveId" clId="{4EFEFFCE-BEDB-477B-9909-596DF01F7779}" dt="2026-10-04T00:34:18.410" v="78"/>
          <ac:spMkLst>
            <pc:docMk/>
            <pc:sldMk cId="1344957578" sldId="287"/>
            <ac:spMk id="8" creationId="{F68664B8-C762-BEC9-15F8-0F5B1C8168DA}"/>
          </ac:spMkLst>
        </pc:spChg>
        <pc:spChg chg="add del mod">
          <ac:chgData name="Anisha Paturi" userId="9da6e8455f25c861" providerId="LiveId" clId="{4EFEFFCE-BEDB-477B-9909-596DF01F7779}" dt="2026-10-04T00:36:51.136" v="91" actId="47"/>
          <ac:spMkLst>
            <pc:docMk/>
            <pc:sldMk cId="1344957578" sldId="287"/>
            <ac:spMk id="13" creationId="{008B682F-0034-07AB-61E4-ECCC3CDE27BD}"/>
          </ac:spMkLst>
        </pc:spChg>
        <pc:spChg chg="add del">
          <ac:chgData name="Anisha Paturi" userId="9da6e8455f25c861" providerId="LiveId" clId="{4EFEFFCE-BEDB-477B-9909-596DF01F7779}" dt="2026-10-04T00:36:53.452" v="92" actId="26606"/>
          <ac:spMkLst>
            <pc:docMk/>
            <pc:sldMk cId="1344957578" sldId="287"/>
            <ac:spMk id="18" creationId="{42A4FC2C-047E-45A5-965D-8E1E3BF09BC6}"/>
          </ac:spMkLst>
        </pc:spChg>
        <pc:picChg chg="add del mod">
          <ac:chgData name="Anisha Paturi" userId="9da6e8455f25c861" providerId="LiveId" clId="{4EFEFFCE-BEDB-477B-9909-596DF01F7779}" dt="2026-10-04T00:36:18.261" v="85" actId="478"/>
          <ac:picMkLst>
            <pc:docMk/>
            <pc:sldMk cId="1344957578" sldId="287"/>
            <ac:picMk id="10" creationId="{51DB2AE0-0CDB-9586-6681-6690F77E7B8C}"/>
          </ac:picMkLst>
        </pc:picChg>
        <pc:picChg chg="add mod">
          <ac:chgData name="Anisha Paturi" userId="9da6e8455f25c861" providerId="LiveId" clId="{4EFEFFCE-BEDB-477B-9909-596DF01F7779}" dt="2026-10-04T00:37:02.181" v="95" actId="14100"/>
          <ac:picMkLst>
            <pc:docMk/>
            <pc:sldMk cId="1344957578" sldId="287"/>
            <ac:picMk id="12" creationId="{1796334C-24A4-CAC3-983A-C6547AB9D84A}"/>
          </ac:picMkLst>
        </pc:picChg>
      </pc:sldChg>
      <pc:sldChg chg="addSp delSp new mod">
        <pc:chgData name="Anisha Paturi" userId="9da6e8455f25c861" providerId="LiveId" clId="{4EFEFFCE-BEDB-477B-9909-596DF01F7779}" dt="2026-10-04T00:40:25.247" v="98" actId="22"/>
        <pc:sldMkLst>
          <pc:docMk/>
          <pc:sldMk cId="635452308" sldId="288"/>
        </pc:sldMkLst>
        <pc:spChg chg="del">
          <ac:chgData name="Anisha Paturi" userId="9da6e8455f25c861" providerId="LiveId" clId="{4EFEFFCE-BEDB-477B-9909-596DF01F7779}" dt="2026-10-04T00:37:44.669" v="97" actId="478"/>
          <ac:spMkLst>
            <pc:docMk/>
            <pc:sldMk cId="635452308" sldId="288"/>
            <ac:spMk id="2" creationId="{1280B950-887D-B365-6727-0552338EC7EC}"/>
          </ac:spMkLst>
        </pc:spChg>
        <pc:spChg chg="del">
          <ac:chgData name="Anisha Paturi" userId="9da6e8455f25c861" providerId="LiveId" clId="{4EFEFFCE-BEDB-477B-9909-596DF01F7779}" dt="2026-10-04T00:37:44.669" v="97" actId="478"/>
          <ac:spMkLst>
            <pc:docMk/>
            <pc:sldMk cId="635452308" sldId="288"/>
            <ac:spMk id="3" creationId="{2EF1EA56-B66D-A5CF-F6F2-3813693C372E}"/>
          </ac:spMkLst>
        </pc:spChg>
        <pc:spChg chg="del">
          <ac:chgData name="Anisha Paturi" userId="9da6e8455f25c861" providerId="LiveId" clId="{4EFEFFCE-BEDB-477B-9909-596DF01F7779}" dt="2026-10-04T00:37:44.669" v="97" actId="478"/>
          <ac:spMkLst>
            <pc:docMk/>
            <pc:sldMk cId="635452308" sldId="288"/>
            <ac:spMk id="4" creationId="{8E338345-5251-FB5E-82D1-D66D514D9288}"/>
          </ac:spMkLst>
        </pc:spChg>
        <pc:spChg chg="del">
          <ac:chgData name="Anisha Paturi" userId="9da6e8455f25c861" providerId="LiveId" clId="{4EFEFFCE-BEDB-477B-9909-596DF01F7779}" dt="2026-10-04T00:37:44.669" v="97" actId="478"/>
          <ac:spMkLst>
            <pc:docMk/>
            <pc:sldMk cId="635452308" sldId="288"/>
            <ac:spMk id="5" creationId="{EE525BF4-2605-10E0-0A2E-03E83DCA5609}"/>
          </ac:spMkLst>
        </pc:spChg>
        <pc:spChg chg="del">
          <ac:chgData name="Anisha Paturi" userId="9da6e8455f25c861" providerId="LiveId" clId="{4EFEFFCE-BEDB-477B-9909-596DF01F7779}" dt="2026-10-04T00:37:44.669" v="97" actId="478"/>
          <ac:spMkLst>
            <pc:docMk/>
            <pc:sldMk cId="635452308" sldId="288"/>
            <ac:spMk id="6" creationId="{BFF49AF7-879A-3D1F-FB2D-FA3FCAC1D675}"/>
          </ac:spMkLst>
        </pc:spChg>
        <pc:picChg chg="add">
          <ac:chgData name="Anisha Paturi" userId="9da6e8455f25c861" providerId="LiveId" clId="{4EFEFFCE-BEDB-477B-9909-596DF01F7779}" dt="2026-10-04T00:40:25.247" v="98" actId="22"/>
          <ac:picMkLst>
            <pc:docMk/>
            <pc:sldMk cId="635452308" sldId="288"/>
            <ac:picMk id="8" creationId="{9E1B1017-1A33-7DE2-8956-5DA3793A33B2}"/>
          </ac:picMkLst>
        </pc:picChg>
      </pc:sldChg>
      <pc:sldChg chg="new del">
        <pc:chgData name="Anisha Paturi" userId="9da6e8455f25c861" providerId="LiveId" clId="{4EFEFFCE-BEDB-477B-9909-596DF01F7779}" dt="2026-10-04T01:41:56.460" v="100" actId="680"/>
        <pc:sldMkLst>
          <pc:docMk/>
          <pc:sldMk cId="1396241865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AFC6C-A26A-44D3-A05C-91B2DA6A21DD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9F762-C836-435F-BDEA-927BFA9C0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15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613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9F762-C836-435F-BDEA-927BFA9C0A8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899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D315-1030-2B80-D0DB-7DEEC51AF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7340B-0DDE-10DC-409E-BA063EBE4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7A8D4-3527-9309-0A5E-0475A385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D2761-D1A7-DE4C-7344-6C081C8E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8F2B-4F0D-DBBF-0776-26DB5020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622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A110-943C-23F5-1EB3-12DABC3B0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FC8E-FF6E-CAA4-BF99-DDC6A7CE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43755-E77B-2AD8-9864-3CCCD43DB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A0D81-0C2A-C1D4-89B6-8AE90F95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9370B-01DE-CE63-36D5-96A9D825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446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0AC2-F784-0AF0-F3ED-DBCD17B7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271C8-4BB8-81BF-3E48-A331E363C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B16BC-0E70-2E48-7097-0DFE7C08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047D9-7A7D-1CD5-72A5-F76FBD2C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091CC-B299-657A-2C84-A5F2F8888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07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F06C-0D22-B95A-3B46-31C419CCD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3E89-D75F-3A4E-A217-F46B0DA8C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10F7D-6F60-6DB0-0E74-8FEE6CE09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72328-69C6-F435-4813-270551D6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3F8F5-C5C9-48DC-1308-5E0A2373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24BD1-9CE1-C3C2-B124-AE134159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43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B79-7BBE-B26E-CD11-6E073F017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82D61-2728-EA99-834D-7D09F97DF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5F1A8-9E4B-1F46-6A76-FE7DBEDDB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FC5FE-7EE0-3067-D9E3-E1B7ACBE5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C1A719-3264-25D2-762F-27B02CA5E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678265-E976-C256-95D8-A8912C72D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D36777-CC57-C820-BF8C-8D0CF23D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80B76-8FA3-06A7-902F-E352C63C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504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CDFE-68BE-C53D-F11D-3E85BE704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80FBA4-BC6C-DAE9-B28F-131F14F4E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C68B9-31A8-4792-F49D-2952126B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6716E-C2BA-F748-85E9-7F031195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49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5A6AF-4CC8-54AC-FA16-AEBA470B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E6884A-7660-6A22-843A-FB82205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05E15-4ACF-A3B3-FBFE-4D73E8C1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42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DFCA-286F-443B-15DC-CADE0C67A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B1CB-9637-A0B8-1EFC-6E5BAA21A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B3AB0-8AC3-63AC-1867-1D3D46D4C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CEAB7-F5DA-BFC5-0365-4BAA0BDA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23004-B909-75B9-5143-716F19EB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6B2E9-27EC-85B8-C336-7F459E3F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54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E309-44E4-B050-60D6-980FBE7A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88B82-D5EF-6449-0E46-6018B42DF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D7B3C-D6F6-9D71-843F-F55A49107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F7285-2883-A37B-1978-0DD70F53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ABE42-D47A-22EE-D00F-DD65496D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BA2B4-747B-B0E4-0325-9ECD9E41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6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300C-8D5E-D5B2-0D9C-8B274A85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BF644-E307-4898-579B-2F5C0191A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9926B-92DB-5030-6C8D-3414FB88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860F0-C556-9493-9C42-3D2CFC4C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6D93-20CC-08BA-CC36-537C3CBB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33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B8D19-A675-BB65-B565-649B72C34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27A4D-9F97-4C16-820B-FB05610C8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C3344-B033-4A65-2E60-A222E42C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87110-36C5-4A97-F84F-1B07FCA2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25307-4E04-5972-AF84-0BCBF9A0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349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724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0892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5055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3808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1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5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1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6438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881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9723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37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2A23B-DBCE-C62C-1265-F31E2A5A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49A17-E8A7-6E20-0EA8-D838BF9B6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0BCC5-47DA-7507-8175-520644C0A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DAB4-64D8-47E1-86DF-DDDBF407C837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7B08C-E7C0-E7FA-87A6-2B08C5BC0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213AB-30A1-72C4-9F44-AB53ADE85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B65B4-F627-48A4-BDD7-73C74112FD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67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kern="0"/>
              <a:pPr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41025052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767793" y="3429000"/>
            <a:ext cx="10370574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0000"/>
          </a:bodyPr>
          <a:lstStyle/>
          <a:p>
            <a:pPr>
              <a:buSzPct val="96609"/>
            </a:pPr>
            <a:r>
              <a:rPr lang="en-IN" b="1" dirty="0"/>
              <a:t>AgentShield AI</a:t>
            </a:r>
            <a:br>
              <a:rPr lang="en-IN" b="1" dirty="0"/>
            </a:br>
            <a:r>
              <a:rPr lang="en-IN" sz="2700" b="1" dirty="0"/>
              <a:t>Autonomous Multi-Agent Framework for Multi-Cloud Infrastructure-as-Code Security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Vishal Reddy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84;p1"/>
          <p:cNvSpPr txBox="1">
            <a:spLocks/>
          </p:cNvSpPr>
          <p:nvPr/>
        </p:nvSpPr>
        <p:spPr>
          <a:xfrm>
            <a:off x="7883013" y="5218391"/>
            <a:ext cx="4308987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 members: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Anisha Paturi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 Parinamika Bhanu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Ch Venkata Vahini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Sravani Janak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6609"/>
              <a:buFont typeface="Calibri"/>
              <a:buNone/>
              <a:tabLst/>
              <a:defRPr/>
            </a:pPr>
            <a:endParaRPr kumimoji="0" lang="en-US" sz="468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701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C9ECFF-E45B-120B-3714-B26DB1674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05F5D-16E0-B51A-36DF-1F70DC829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9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009AAA-D995-31DD-EA6E-1D3E87BF6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05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7AEEDE-7E2C-5082-2891-81BC8B2F9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87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0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15FD-AFD5-8870-8303-700E2BF30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085CCB-F7E9-2FDB-1511-AE5ABE7D0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8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325086-2B05-92C8-A7E4-C7A2566CE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97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E22DC4-6F2A-9A04-F051-9D45C1B8B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4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5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DB39FC-1964-525A-579B-0C2E32426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883F71-D7AD-7DD8-720A-148639D97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00"/>
            <a:ext cx="12192000" cy="683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92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6A2DBD-654B-C3FD-6D48-2234978B5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6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B23B9A-C705-5A69-9CB5-2F88B26A6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47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796334C-24A4-CAC3-983A-C6547AB9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94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8B682F-0034-07AB-61E4-ECCC3CDE27BD}"/>
              </a:ext>
            </a:extLst>
          </p:cNvPr>
          <p:cNvSpPr txBox="1"/>
          <p:nvPr/>
        </p:nvSpPr>
        <p:spPr>
          <a:xfrm>
            <a:off x="11468100" y="1460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957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1B1017-1A33-7DE2-8956-5DA3793A3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3" y="0"/>
            <a:ext cx="12151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52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3A97FB-EEC9-E0B7-2932-551035E6C3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63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34</Words>
  <Application>Microsoft Office PowerPoint</Application>
  <PresentationFormat>Widescreen</PresentationFormat>
  <Paragraphs>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1_Office Theme</vt:lpstr>
      <vt:lpstr>AgentShield AI Autonomous Multi-Agent Framework for Multi-Cloud Infrastructure-as-Code Security Under the Guidance of  Dr. Vishal Reddy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kirankumar99511@outlook.com</dc:creator>
  <cp:lastModifiedBy>Anisha Paturi</cp:lastModifiedBy>
  <cp:revision>3</cp:revision>
  <dcterms:created xsi:type="dcterms:W3CDTF">2026-07-23T09:24:57Z</dcterms:created>
  <dcterms:modified xsi:type="dcterms:W3CDTF">2026-10-04T08:23:48Z</dcterms:modified>
</cp:coreProperties>
</file>